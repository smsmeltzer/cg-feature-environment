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Barlow ExtraLight"/>
      <p:regular r:id="rId11"/>
      <p:bold r:id="rId12"/>
      <p:italic r:id="rId13"/>
      <p:boldItalic r:id="rId14"/>
    </p:embeddedFont>
    <p:embeddedFont>
      <p:font typeface="Hepta Slab Medium"/>
      <p:regular r:id="rId15"/>
      <p:bold r:id="rId16"/>
    </p:embeddedFont>
    <p:embeddedFont>
      <p:font typeface="Hepta Slab Light"/>
      <p:regular r:id="rId17"/>
      <p:bold r:id="rId18"/>
    </p:embeddedFont>
    <p:embeddedFont>
      <p:font typeface="Hepta Slab"/>
      <p:regular r:id="rId19"/>
      <p:bold r:id="rId20"/>
    </p:embeddedFont>
    <p:embeddedFont>
      <p:font typeface="Barlow Medium"/>
      <p:regular r:id="rId21"/>
      <p:bold r:id="rId22"/>
      <p:italic r:id="rId23"/>
      <p:boldItalic r:id="rId24"/>
    </p:embeddedFont>
    <p:embeddedFont>
      <p:font typeface="Barlow Light"/>
      <p:regular r:id="rId25"/>
      <p:bold r:id="rId26"/>
      <p:italic r:id="rId27"/>
      <p:boldItalic r:id="rId28"/>
    </p:embeddedFont>
    <p:embeddedFont>
      <p:font typeface="Barlow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ptaSlab-bold.fntdata"/><Relationship Id="rId22" Type="http://schemas.openxmlformats.org/officeDocument/2006/relationships/font" Target="fonts/BarlowMedium-bold.fntdata"/><Relationship Id="rId21" Type="http://schemas.openxmlformats.org/officeDocument/2006/relationships/font" Target="fonts/BarlowMedium-regular.fntdata"/><Relationship Id="rId24" Type="http://schemas.openxmlformats.org/officeDocument/2006/relationships/font" Target="fonts/BarlowMedium-boldItalic.fntdata"/><Relationship Id="rId23" Type="http://schemas.openxmlformats.org/officeDocument/2006/relationships/font" Target="fonts/Barlow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BarlowLight-bold.fntdata"/><Relationship Id="rId25" Type="http://schemas.openxmlformats.org/officeDocument/2006/relationships/font" Target="fonts/BarlowLight-regular.fntdata"/><Relationship Id="rId28" Type="http://schemas.openxmlformats.org/officeDocument/2006/relationships/font" Target="fonts/BarlowLight-boldItalic.fntdata"/><Relationship Id="rId27" Type="http://schemas.openxmlformats.org/officeDocument/2006/relationships/font" Target="fonts/Barlow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Barlow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arlow-italic.fntdata"/><Relationship Id="rId30" Type="http://schemas.openxmlformats.org/officeDocument/2006/relationships/font" Target="fonts/Barlow-bold.fntdata"/><Relationship Id="rId11" Type="http://schemas.openxmlformats.org/officeDocument/2006/relationships/font" Target="fonts/BarlowExtraLight-regular.fntdata"/><Relationship Id="rId10" Type="http://schemas.openxmlformats.org/officeDocument/2006/relationships/slide" Target="slides/slide4.xml"/><Relationship Id="rId32" Type="http://schemas.openxmlformats.org/officeDocument/2006/relationships/font" Target="fonts/Barlow-boldItalic.fntdata"/><Relationship Id="rId13" Type="http://schemas.openxmlformats.org/officeDocument/2006/relationships/font" Target="fonts/BarlowExtraLight-italic.fntdata"/><Relationship Id="rId12" Type="http://schemas.openxmlformats.org/officeDocument/2006/relationships/font" Target="fonts/BarlowExtraLight-bold.fntdata"/><Relationship Id="rId15" Type="http://schemas.openxmlformats.org/officeDocument/2006/relationships/font" Target="fonts/HeptaSlabMedium-regular.fntdata"/><Relationship Id="rId14" Type="http://schemas.openxmlformats.org/officeDocument/2006/relationships/font" Target="fonts/BarlowExtraLight-boldItalic.fntdata"/><Relationship Id="rId17" Type="http://schemas.openxmlformats.org/officeDocument/2006/relationships/font" Target="fonts/HeptaSlabLight-regular.fntdata"/><Relationship Id="rId16" Type="http://schemas.openxmlformats.org/officeDocument/2006/relationships/font" Target="fonts/HeptaSlabMedium-bold.fntdata"/><Relationship Id="rId19" Type="http://schemas.openxmlformats.org/officeDocument/2006/relationships/font" Target="fonts/HeptaSlab-regular.fntdata"/><Relationship Id="rId18" Type="http://schemas.openxmlformats.org/officeDocument/2006/relationships/font" Target="fonts/HeptaSlab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32bfed56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32bfed56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32bfed56e5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32bfed56e5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32bfed56e5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32bfed56e5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2bfed56e5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2bfed56e5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7" name="Google Shape;187;p37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8" name="Google Shape;188;p37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9" name="Google Shape;189;p37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0" name="Google Shape;190;p37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2" name="Google Shape;192;p37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3" name="Google Shape;193;p37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6" name="Google Shape;196;p37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7" name="Google Shape;197;p37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9" name="Google Shape;199;p37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4" name="Google Shape;204;p37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9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6" name="Google Shape;216;p39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39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5" name="Google Shape;225;p40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7" name="Google Shape;227;p40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8" name="Google Shape;228;p40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9" name="Google Shape;229;p40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0" name="Google Shape;230;p40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1" name="Google Shape;231;p40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2" name="Google Shape;232;p40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6" name="Google Shape;246;p43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8" name="Google Shape;248;p43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58" name="Google Shape;258;p4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9" name="Google Shape;25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3" name="Google Shape;263;p46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3" name="Google Shape;273;p47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4" name="Google Shape;274;p4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7" name="Google Shape;277;p48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8" name="Google Shape;278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2" name="Google Shape;282;p4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7" name="Google Shape;287;p5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8" name="Google Shape;288;p5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9" name="Google Shape;28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4" name="Google Shape;294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7" name="Google Shape;297;p52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8" name="Google Shape;298;p52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0" name="Google Shape;300;p52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1" name="Google Shape;301;p52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52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52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" name="Google Shape;305;p52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6" name="Google Shape;306;p52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7" name="Google Shape;307;p52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9" name="Google Shape;309;p52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10" name="Google Shape;310;p52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52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52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52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4" name="Google Shape;314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3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18" name="Google Shape;318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5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22" name="Google Shape;32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6" name="Google Shape;326;p55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7" name="Google Shape;327;p55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8" name="Google Shape;328;p55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9" name="Google Shape;329;p5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" name="Google Shape;330;p5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1" name="Google Shape;331;p5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3" name="Google Shape;333;p5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4" name="Google Shape;334;p5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5" name="Google Shape;335;p55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6" name="Google Shape;336;p55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7" name="Google Shape;337;p55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8" name="Google Shape;338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56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56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5" name="Google Shape;345;p56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6" name="Google Shape;346;p56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56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49" name="Google Shape;349;p56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50" name="Google Shape;350;p56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4" name="Google Shape;354;p56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5" name="Google Shape;355;p56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6" name="Google Shape;356;p56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7" name="Google Shape;357;p56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8" name="Google Shape;35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1" name="Google Shape;361;p57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2" name="Google Shape;362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66" name="Google Shape;366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Transformers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One</a:t>
            </a:r>
            <a:endParaRPr/>
          </a:p>
        </p:txBody>
      </p:sp>
      <p:sp>
        <p:nvSpPr>
          <p:cNvPr id="372" name="Google Shape;372;p59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Sarah Smeltzer and Grace Hough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/>
          <p:nvPr>
            <p:ph type="title"/>
          </p:nvPr>
        </p:nvSpPr>
        <p:spPr>
          <a:xfrm>
            <a:off x="465046" y="249400"/>
            <a:ext cx="5094600" cy="17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</a:t>
            </a:r>
            <a:endParaRPr/>
          </a:p>
        </p:txBody>
      </p:sp>
      <p:pic>
        <p:nvPicPr>
          <p:cNvPr id="378" name="Google Shape;37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1404475"/>
            <a:ext cx="8293502" cy="3455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/>
          <p:nvPr>
            <p:ph type="title"/>
          </p:nvPr>
        </p:nvSpPr>
        <p:spPr>
          <a:xfrm>
            <a:off x="465050" y="249400"/>
            <a:ext cx="5094600" cy="9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</p:txBody>
      </p:sp>
      <p:pic>
        <p:nvPicPr>
          <p:cNvPr id="384" name="Google Shape;38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975" y="218934"/>
            <a:ext cx="1978650" cy="1005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0550" y="218938"/>
            <a:ext cx="1005025" cy="10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8194" y="186863"/>
            <a:ext cx="1069175" cy="106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771" y="1417101"/>
            <a:ext cx="3378249" cy="155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4764" y="3060263"/>
            <a:ext cx="3320260" cy="1793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36423" y="1408446"/>
            <a:ext cx="3276200" cy="163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6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36425" y="3120421"/>
            <a:ext cx="4426417" cy="179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2"/>
          <p:cNvSpPr txBox="1"/>
          <p:nvPr>
            <p:ph type="title"/>
          </p:nvPr>
        </p:nvSpPr>
        <p:spPr>
          <a:xfrm>
            <a:off x="465046" y="249400"/>
            <a:ext cx="5094600" cy="17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Render</a:t>
            </a:r>
            <a:endParaRPr/>
          </a:p>
        </p:txBody>
      </p:sp>
      <p:pic>
        <p:nvPicPr>
          <p:cNvPr id="396" name="Google Shape;39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638" y="1286475"/>
            <a:ext cx="7894723" cy="328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